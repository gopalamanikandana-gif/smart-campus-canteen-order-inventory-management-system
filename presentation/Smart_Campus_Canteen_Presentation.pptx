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Campus Canteen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Inventory Management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Tactive Assessment · AI-Powered QA Automation, Documentation &amp; Software Engineering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326880" y="548640"/>
            <a:ext cx="2377440" cy="2377440"/>
          </a:xfrm>
          <a:prstGeom prst="ellipse">
            <a:avLst/>
          </a:prstGeom>
          <a:solidFill>
            <a:srgbClr val="F96167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0" y="1737360"/>
            <a:ext cx="1280160" cy="1280160"/>
          </a:xfrm>
          <a:prstGeom prst="ellipse">
            <a:avLst/>
          </a:prstGeom>
          <a:solidFill>
            <a:srgbClr val="F9E795">
              <a:alpha val="7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6035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canteen serving hundreds of students a day, run on paper and guesswork.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can't see what's actually in stock before joining a queue. Staff track inventory by memory, so items get sold past zero or sit unsold while marked unavailable. Pricing changes don't reliably reach the counter before an order is billed.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23760" y="155448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BEAEA"/>
          </a:solidFill>
          <a:ln/>
        </p:spPr>
      </p:sp>
      <p:sp>
        <p:nvSpPr>
          <p:cNvPr id="9" name="Text 7"/>
          <p:cNvSpPr/>
          <p:nvPr/>
        </p:nvSpPr>
        <p:spPr>
          <a:xfrm>
            <a:off x="7452360" y="16642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live stock visibility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52360" y="212140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order blind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0" y="297180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7452360" y="30815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price updates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52360" y="35387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stale prices at the till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23760" y="438912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BEAEA"/>
          </a:solidFill>
          <a:ln/>
        </p:spPr>
      </p:sp>
      <p:sp>
        <p:nvSpPr>
          <p:cNvPr id="15" name="Text 13"/>
          <p:cNvSpPr/>
          <p:nvPr/>
        </p:nvSpPr>
        <p:spPr>
          <a:xfrm>
            <a:off x="7452360" y="44988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self-service history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52360" y="495604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can't track or fix their own orders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Live Everywhere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menu &amp; stock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0116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real-time availability before they order — never a surprise at the counter.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9516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Server-trusted pricing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95160" y="20116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is priced from the database at the moment of checkout, never from a stale client value.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703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6576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Self-service order history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11480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view every order they've placed, and cancel their own mistakes within a 5-minute window.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3703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F3C7E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95160" y="36576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admin control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95160" y="411480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price, restock, and remove menu items; move every order through its lifecycle.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Layered, Server-Rendered Design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737360" y="1417320"/>
            <a:ext cx="8686800" cy="749808"/>
          </a:xfrm>
          <a:prstGeom prst="roundRect">
            <a:avLst>
              <a:gd name="adj" fmla="val 7317"/>
            </a:avLst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1965960" y="141732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UI · Admin UI · HTML/Jinja · CSS · Vanilla JS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71032" y="2167128"/>
            <a:ext cx="219456" cy="164592"/>
          </a:xfrm>
          <a:prstGeom prst="downArrow">
            <a:avLst/>
          </a:prstGeom>
          <a:solidFill>
            <a:srgbClr val="6B6478"/>
          </a:solidFill>
          <a:ln/>
        </p:spPr>
      </p:sp>
      <p:sp>
        <p:nvSpPr>
          <p:cNvPr id="10" name="Shape 8"/>
          <p:cNvSpPr/>
          <p:nvPr/>
        </p:nvSpPr>
        <p:spPr>
          <a:xfrm>
            <a:off x="1737360" y="2331720"/>
            <a:ext cx="8686800" cy="749808"/>
          </a:xfrm>
          <a:prstGeom prst="roundRect">
            <a:avLst>
              <a:gd name="adj" fmla="val 7317"/>
            </a:avLst>
          </a:prstGeom>
          <a:solidFill>
            <a:srgbClr val="3D4A9E"/>
          </a:solidFill>
          <a:ln/>
        </p:spPr>
      </p:sp>
      <p:sp>
        <p:nvSpPr>
          <p:cNvPr id="11" name="Text 9"/>
          <p:cNvSpPr/>
          <p:nvPr/>
        </p:nvSpPr>
        <p:spPr>
          <a:xfrm>
            <a:off x="1965960" y="233172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Application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2331720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· @login_required / @admin_required · Redirect-after-POST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71032" y="3081528"/>
            <a:ext cx="219456" cy="164592"/>
          </a:xfrm>
          <a:prstGeom prst="downArrow">
            <a:avLst/>
          </a:prstGeom>
          <a:solidFill>
            <a:srgbClr val="6B6478"/>
          </a:solidFill>
          <a:ln/>
        </p:spPr>
      </p:sp>
      <p:sp>
        <p:nvSpPr>
          <p:cNvPr id="14" name="Shape 12"/>
          <p:cNvSpPr/>
          <p:nvPr/>
        </p:nvSpPr>
        <p:spPr>
          <a:xfrm>
            <a:off x="1737360" y="3246120"/>
            <a:ext cx="8686800" cy="749808"/>
          </a:xfrm>
          <a:prstGeom prst="roundRect">
            <a:avLst>
              <a:gd name="adj" fmla="val 7317"/>
            </a:avLst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1965960" y="324612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Layer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3246120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services/order_service.py — stock, pricing, cancellation rules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71032" y="3995928"/>
            <a:ext cx="219456" cy="164592"/>
          </a:xfrm>
          <a:prstGeom prst="downArrow">
            <a:avLst/>
          </a:prstGeom>
          <a:solidFill>
            <a:srgbClr val="6B6478"/>
          </a:solidFill>
          <a:ln/>
        </p:spPr>
      </p:sp>
      <p:sp>
        <p:nvSpPr>
          <p:cNvPr id="18" name="Shape 16"/>
          <p:cNvSpPr/>
          <p:nvPr/>
        </p:nvSpPr>
        <p:spPr>
          <a:xfrm>
            <a:off x="1737360" y="4160520"/>
            <a:ext cx="8686800" cy="749808"/>
          </a:xfrm>
          <a:prstGeom prst="roundRect">
            <a:avLst>
              <a:gd name="adj" fmla="val 7317"/>
            </a:avLst>
          </a:prstGeom>
          <a:solidFill>
            <a:srgbClr val="3D4A9E"/>
          </a:solidFill>
          <a:ln/>
        </p:spPr>
      </p:sp>
      <p:sp>
        <p:nvSpPr>
          <p:cNvPr id="19" name="Text 17"/>
          <p:cNvSpPr/>
          <p:nvPr/>
        </p:nvSpPr>
        <p:spPr>
          <a:xfrm>
            <a:off x="1965960" y="416052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SQLAlchemy ORM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4160520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MenuItem · Order · OrderItem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71032" y="4910328"/>
            <a:ext cx="219456" cy="164592"/>
          </a:xfrm>
          <a:prstGeom prst="downArrow">
            <a:avLst/>
          </a:prstGeom>
          <a:solidFill>
            <a:srgbClr val="6B6478"/>
          </a:solidFill>
          <a:ln/>
        </p:spPr>
      </p:sp>
      <p:sp>
        <p:nvSpPr>
          <p:cNvPr id="22" name="Shape 20"/>
          <p:cNvSpPr/>
          <p:nvPr/>
        </p:nvSpPr>
        <p:spPr>
          <a:xfrm>
            <a:off x="1737360" y="5074920"/>
            <a:ext cx="8686800" cy="749808"/>
          </a:xfrm>
          <a:prstGeom prst="roundRect">
            <a:avLst>
              <a:gd name="adj" fmla="val 7317"/>
            </a:avLst>
          </a:prstGeom>
          <a:solidFill>
            <a:srgbClr val="2F3C7E"/>
          </a:solidFill>
          <a:ln/>
        </p:spPr>
      </p:sp>
      <p:sp>
        <p:nvSpPr>
          <p:cNvPr id="23" name="Text 21"/>
          <p:cNvSpPr/>
          <p:nvPr/>
        </p:nvSpPr>
        <p:spPr>
          <a:xfrm>
            <a:off x="1965960" y="507492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46320" y="5074920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canteen.db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Server Actually Enforces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58191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4630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quantity is capped at current stock — never accepted past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12140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price always reads the current database price, never a client-supplied value.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898648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77977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deducts on order placement, restores on cancellation.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557016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43814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 or zero-stock items are rejected server-side even if the UI ever hides them incorrectly.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21538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0965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can cancel only their own order, only while Pending, only within 5 minutes.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87375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7548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order-status changes are validated against an explicit allow-list.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60350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Client-side JavaScript is convenience only — never the security boundary.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Small Surface Area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5F0E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691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5087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5F0EC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691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21945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SQLAlchemy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5087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5F0EC"/>
          </a:solidFill>
          <a:ln/>
        </p:spPr>
      </p:sp>
      <p:sp>
        <p:nvSpPr>
          <p:cNvPr id="13" name="Text 11"/>
          <p:cNvSpPr/>
          <p:nvPr/>
        </p:nvSpPr>
        <p:spPr>
          <a:xfrm>
            <a:off x="8458200" y="1691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58200" y="21945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Jinja + CSS + Vanilla JS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5F0E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931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44348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password hashing + session auth + role checks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80560" y="37490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5F0EC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3931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09160" y="44348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pytest, 74 tests, isolated test DB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0" y="37490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5F0EC"/>
          </a:solidFill>
          <a:ln/>
        </p:spPr>
      </p:sp>
      <p:sp>
        <p:nvSpPr>
          <p:cNvPr id="22" name="Text 20"/>
          <p:cNvSpPr/>
          <p:nvPr/>
        </p:nvSpPr>
        <p:spPr>
          <a:xfrm>
            <a:off x="8458200" y="3931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58200" y="44348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/ Render-ready (Procfile + render.yaml)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FEATURE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Order Cancellation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student can cancel their own order — within limits.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EFF1F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240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student who placed the order can cancel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10312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EFF1F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40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6517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while the order is still Pending — not once the canteen starts preparing 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EFF1F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window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3891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within 5 minutes of placing the order.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84048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EFF1FB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restoration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43891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cancelled item goes straight back into available stock.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CHANGE LOOP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→ Test → Fail → Fix → Pass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90372" y="1737360"/>
            <a:ext cx="1207008" cy="777240"/>
          </a:xfrm>
          <a:prstGeom prst="roundRect">
            <a:avLst>
              <a:gd name="adj" fmla="val 9412"/>
            </a:avLst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690372" y="1737360"/>
            <a:ext cx="1207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97380" y="2052828"/>
            <a:ext cx="164592" cy="146304"/>
          </a:xfrm>
          <a:prstGeom prst="rightArrow">
            <a:avLst/>
          </a:prstGeom>
          <a:solidFill>
            <a:srgbClr val="6B6478"/>
          </a:solidFill>
          <a:ln/>
        </p:spPr>
      </p:sp>
      <p:sp>
        <p:nvSpPr>
          <p:cNvPr id="9" name="Shape 7"/>
          <p:cNvSpPr/>
          <p:nvPr/>
        </p:nvSpPr>
        <p:spPr>
          <a:xfrm>
            <a:off x="2061972" y="1737360"/>
            <a:ext cx="1207008" cy="777240"/>
          </a:xfrm>
          <a:prstGeom prst="roundRect">
            <a:avLst>
              <a:gd name="adj" fmla="val 9412"/>
            </a:avLst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2061972" y="1737360"/>
            <a:ext cx="1207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implements change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68980" y="2052828"/>
            <a:ext cx="164592" cy="146304"/>
          </a:xfrm>
          <a:prstGeom prst="rightArrow">
            <a:avLst/>
          </a:prstGeom>
          <a:solidFill>
            <a:srgbClr val="6B6478"/>
          </a:solidFill>
          <a:ln/>
        </p:spPr>
      </p:sp>
      <p:sp>
        <p:nvSpPr>
          <p:cNvPr id="12" name="Shape 10"/>
          <p:cNvSpPr/>
          <p:nvPr/>
        </p:nvSpPr>
        <p:spPr>
          <a:xfrm>
            <a:off x="3433572" y="1737360"/>
            <a:ext cx="1207008" cy="777240"/>
          </a:xfrm>
          <a:prstGeom prst="roundRect">
            <a:avLst>
              <a:gd name="adj" fmla="val 9412"/>
            </a:avLst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3433572" y="1737360"/>
            <a:ext cx="1207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existing suite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40580" y="2052828"/>
            <a:ext cx="164592" cy="146304"/>
          </a:xfrm>
          <a:prstGeom prst="rightArrow">
            <a:avLst/>
          </a:prstGeom>
          <a:solidFill>
            <a:srgbClr val="6B6478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5172" y="1737360"/>
            <a:ext cx="1207008" cy="777240"/>
          </a:xfrm>
          <a:prstGeom prst="roundRect">
            <a:avLst>
              <a:gd name="adj" fmla="val 9412"/>
            </a:avLst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4805172" y="1737360"/>
            <a:ext cx="1207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failure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12180" y="2052828"/>
            <a:ext cx="164592" cy="146304"/>
          </a:xfrm>
          <a:prstGeom prst="rightArrow">
            <a:avLst/>
          </a:prstGeom>
          <a:solidFill>
            <a:srgbClr val="6B647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76772" y="1737360"/>
            <a:ext cx="1207008" cy="777240"/>
          </a:xfrm>
          <a:prstGeom prst="roundRect">
            <a:avLst>
              <a:gd name="adj" fmla="val 9412"/>
            </a:avLst>
          </a:prstGeom>
          <a:solidFill>
            <a:srgbClr val="2F3C7E"/>
          </a:solidFill>
          <a:ln/>
        </p:spPr>
      </p:sp>
      <p:sp>
        <p:nvSpPr>
          <p:cNvPr id="19" name="Text 17"/>
          <p:cNvSpPr/>
          <p:nvPr/>
        </p:nvSpPr>
        <p:spPr>
          <a:xfrm>
            <a:off x="6176772" y="1737360"/>
            <a:ext cx="1207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root cause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83780" y="2052828"/>
            <a:ext cx="164592" cy="146304"/>
          </a:xfrm>
          <a:prstGeom prst="rightArrow">
            <a:avLst/>
          </a:prstGeom>
          <a:solidFill>
            <a:srgbClr val="6B6478"/>
          </a:solidFill>
          <a:ln/>
        </p:spPr>
      </p:sp>
      <p:sp>
        <p:nvSpPr>
          <p:cNvPr id="21" name="Shape 19"/>
          <p:cNvSpPr/>
          <p:nvPr/>
        </p:nvSpPr>
        <p:spPr>
          <a:xfrm>
            <a:off x="7548372" y="1737360"/>
            <a:ext cx="1207008" cy="777240"/>
          </a:xfrm>
          <a:prstGeom prst="roundRect">
            <a:avLst>
              <a:gd name="adj" fmla="val 9412"/>
            </a:avLst>
          </a:prstGeom>
          <a:solidFill>
            <a:srgbClr val="2F3C7E"/>
          </a:solidFill>
          <a:ln/>
        </p:spPr>
      </p:sp>
      <p:sp>
        <p:nvSpPr>
          <p:cNvPr id="22" name="Text 20"/>
          <p:cNvSpPr/>
          <p:nvPr/>
        </p:nvSpPr>
        <p:spPr>
          <a:xfrm>
            <a:off x="7548372" y="1737360"/>
            <a:ext cx="1207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755380" y="2052828"/>
            <a:ext cx="164592" cy="146304"/>
          </a:xfrm>
          <a:prstGeom prst="rightArrow">
            <a:avLst/>
          </a:prstGeom>
          <a:solidFill>
            <a:srgbClr val="6B6478"/>
          </a:solidFill>
          <a:ln/>
        </p:spPr>
      </p:sp>
      <p:sp>
        <p:nvSpPr>
          <p:cNvPr id="24" name="Shape 22"/>
          <p:cNvSpPr/>
          <p:nvPr/>
        </p:nvSpPr>
        <p:spPr>
          <a:xfrm>
            <a:off x="8919972" y="1737360"/>
            <a:ext cx="1207008" cy="777240"/>
          </a:xfrm>
          <a:prstGeom prst="roundRect">
            <a:avLst>
              <a:gd name="adj" fmla="val 9412"/>
            </a:avLst>
          </a:prstGeom>
          <a:solidFill>
            <a:srgbClr val="2F3C7E"/>
          </a:solidFill>
          <a:ln/>
        </p:spPr>
      </p:sp>
      <p:sp>
        <p:nvSpPr>
          <p:cNvPr id="25" name="Text 23"/>
          <p:cNvSpPr/>
          <p:nvPr/>
        </p:nvSpPr>
        <p:spPr>
          <a:xfrm>
            <a:off x="8919972" y="1737360"/>
            <a:ext cx="1207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126980" y="2052828"/>
            <a:ext cx="164592" cy="146304"/>
          </a:xfrm>
          <a:prstGeom prst="rightArrow">
            <a:avLst/>
          </a:prstGeom>
          <a:solidFill>
            <a:srgbClr val="6B6478"/>
          </a:solidFill>
          <a:ln/>
        </p:spPr>
      </p:sp>
      <p:sp>
        <p:nvSpPr>
          <p:cNvPr id="27" name="Shape 25"/>
          <p:cNvSpPr/>
          <p:nvPr/>
        </p:nvSpPr>
        <p:spPr>
          <a:xfrm>
            <a:off x="10291572" y="1737360"/>
            <a:ext cx="1207008" cy="777240"/>
          </a:xfrm>
          <a:prstGeom prst="roundRect">
            <a:avLst>
              <a:gd name="adj" fmla="val 9412"/>
            </a:avLst>
          </a:prstGeom>
          <a:solidFill>
            <a:srgbClr val="3FA796"/>
          </a:solidFill>
          <a:ln/>
        </p:spPr>
      </p:sp>
      <p:sp>
        <p:nvSpPr>
          <p:cNvPr id="28" name="Text 26"/>
          <p:cNvSpPr/>
          <p:nvPr/>
        </p:nvSpPr>
        <p:spPr>
          <a:xfrm>
            <a:off x="10291572" y="1737360"/>
            <a:ext cx="12070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2960" y="3108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attempts to green. The bug: two test fixtures unintentionally shared one Flask session, so “student” and “admin” logins clobbered each other. Fixed in the test fixtures — zero application code changed.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" y="4663440"/>
            <a:ext cx="10515600" cy="685800"/>
          </a:xfrm>
          <a:prstGeom prst="roundRect">
            <a:avLst>
              <a:gd name="adj" fmla="val 8000"/>
            </a:avLst>
          </a:prstGeom>
          <a:solidFill>
            <a:srgbClr val="F5F0EC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46634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Attempt 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834640" y="46634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failed, 72 passed — cross-user test exposed a shared session bug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5486400"/>
            <a:ext cx="10515600" cy="685800"/>
          </a:xfrm>
          <a:prstGeom prst="roundRect">
            <a:avLst>
              <a:gd name="adj" fmla="val 8000"/>
            </a:avLst>
          </a:prstGeom>
          <a:solidFill>
            <a:srgbClr val="F5F0EC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54864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Attempt 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834640" y="548640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passed — fixture fix, no application code touched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QUALITY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 Tests Passed — Final Verified State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6868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failed (final run)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1700784"/>
            <a:ext cx="109728" cy="1097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545336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 (33 requirements from Stage 2 brief)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06240" y="2267712"/>
            <a:ext cx="109728" cy="1097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11226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Menu, cart, and order placement — normal path, edge cases, invalid input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06240" y="2834640"/>
            <a:ext cx="109728" cy="1097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2679192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CRUD on menu items and order-status transitions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06240" y="3401568"/>
            <a:ext cx="109728" cy="1097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324612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Server-trusted pricing, proven by changing DB price mid-checkout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06240" y="3968496"/>
            <a:ext cx="109728" cy="1097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381304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order cancellation — ownership, status, and time-window rules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06240" y="4535424"/>
            <a:ext cx="109728" cy="1097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4379976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red run in both Stage 2 and Stage 3, both diagnosed and fixed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Secrets Committed, No Trust in the Client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FBEAE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087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password hashing — no plain-text passwords, ever.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304288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FBEAE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30428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authentication on every protected route.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099816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FBEAE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099816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authorization: @login_required and @admin_required decorators.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895344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FBEAE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895344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SECRET_KEY and DATABASE_URL read from environment variables, not hard-coded.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690872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FBEAEA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69087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runs against an isolated throwaway database — the real canteen.db is verified byte-for-byte unchanged before and after every run.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548640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FBEAEA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4864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always re-validates price, stock, ownership, and status — regardless of what the UI shows.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41B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PLAN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User Journey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43560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log in as a student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02996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29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002536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search the menu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2596896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968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56946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 to cart; show the stock cap in action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316382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638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13639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an order — show the confirmation and updated stock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373075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307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7033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that order within the 5-minute window — show stock restored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2960" y="42976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F3C7E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27024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 admin; add / edit a menu item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2960" y="486460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864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4837176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order through Preparing → Ready → Completed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22960" y="5431536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F3C7E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4315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540410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deliberate red run and the fix, live in the terminal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Campus Canteen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stock. Server-trusted pricing. A real AI change loop, closed twice.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verified state: 74 tests passed · Real database untouched throughout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5120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326880" y="548640"/>
            <a:ext cx="2377440" cy="2377440"/>
          </a:xfrm>
          <a:prstGeom prst="ellipse">
            <a:avLst/>
          </a:prstGeom>
          <a:solidFill>
            <a:srgbClr val="F96167">
              <a:alpha val="85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2026-08-15T19:06:46Z</dcterms:created>
  <dcterms:modified xsi:type="dcterms:W3CDTF">2026-08-15T19:06:46Z</dcterms:modified>
</cp:coreProperties>
</file>